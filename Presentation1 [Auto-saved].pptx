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8"/>
    <p:restoredTop sz="94690"/>
  </p:normalViewPr>
  <p:slideViewPr>
    <p:cSldViewPr snapToGrid="0">
      <p:cViewPr varScale="1">
        <p:scale>
          <a:sx n="111" d="100"/>
          <a:sy n="111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BA98B-2751-8FDB-59A3-182A8987B9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6BBC3-5EB7-3406-CA10-691C25A7B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B53B5-85FA-DBBB-BD84-BA119813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1873E-8A3C-6502-D25E-EE3714D78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D301E-B040-4298-EABE-7A48E7A7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25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E02E-E0E4-2DEC-FAF3-35F847AC7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A3DA-7ACD-5900-6AE8-CF268476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331ED-88BC-2058-84D1-F9F7B9267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2D455-0D5C-9E10-BF6E-14D532F83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00B3-0717-DCCC-B9FC-2A4FD7B28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679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339E-6B8E-AECA-4AFE-191CFD015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3C5ED-24F9-675B-D6F7-AD269CF90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6C69F-E0B6-66F6-07AF-0767DEBBF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9FFF1-8B97-8ED1-3CB3-FC1D4A93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507A3-E80B-4E09-4B5F-E0BC3BCBC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89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60EB-D6BE-441C-442A-868A19C8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65CBD-BE4C-29B4-2BE6-01F78D1BB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8AA36-F712-E432-D3CD-91C057B0A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243515-67A0-FF35-762B-E205A9E4A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7124-7AB3-22C8-E936-8226F1F6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E4696-B88B-85B7-FD24-C8BB0A74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454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C425-0624-4096-9C26-B98BB8F49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D8848-73C1-7A22-D2EA-0223D8F23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BE8825-92C3-1BFE-D9EA-B505DACCC9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5E7917-9E6D-736D-EC8D-89BA114EB9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AC544-D05D-0DA2-63A6-2E0D3F2D3A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205C71-4DB1-E849-6AB8-A4C45060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6A5966-8C11-F4A5-78D5-9F0EA0641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1FBB0-CA91-4A15-377D-D621AFF8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3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4A26-9CCA-5A6E-8837-D0DF289AC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E9CAE-5EE1-DDE0-F5C8-0C89422EF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58127-EFB5-8205-F5D3-A400C3F7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03015-2B24-3A91-E76F-32FA60E29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56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B8844-B3EB-F052-167F-C54C525BE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DE7C36-4553-5F01-C02B-D7B9A1F17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93FAC-95FE-0232-37C7-ADDAAE02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7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96C8-98B0-6D6A-2064-A9E2BC7C0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5ABED-6302-B15F-7F34-C625C6EF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224C0-ECB9-2927-4FF5-205DC6BA3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31918F-A147-BE51-3348-4FDD8A27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5140A3-59D8-6815-24E8-D4D42034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5036B-8C27-9CAC-0B86-DAD5245E1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867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DAFB-BB4E-9AFC-B647-81E2B87B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85C1A7-92E0-C88A-C32F-23BD7A2F3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7B74C-8238-BE5B-372E-71659EBE1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8A386-1F59-F6F9-5812-42C2F7D73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6B21D-BACA-9931-5108-D0C3F6E3D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8EC77-3710-2D0F-F8BC-34D865EB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8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EFE3-A371-B068-6D00-29CB4930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FBDC8-A24C-B035-16D3-E51FE7E7D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1BC03-1AA3-DBCB-FCD2-D682145A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9704-C908-3537-467C-48697DEAF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E603A-954C-F081-0E7C-2B436953B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1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A5187A-4F82-985B-E96A-0642951333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E2AD3-B4B7-533C-D27D-669487613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3B3D1-2A72-A313-5286-04F7F1E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1715A-3654-7112-A3B0-A27C6122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7F2FE-E309-1E9E-77CD-03E39C15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17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582B3C-B0EB-8D9D-4CB2-663896EE6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63801-2F6A-D519-9BAB-B3955A7FE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8E8EA-8248-0AD3-FF71-972DF9CF3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8B7434-53CD-F148-9F69-AA97AB95E6C6}" type="datetimeFigureOut">
              <a:rPr lang="en-US" smtClean="0"/>
              <a:t>7/9/26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7057B-594F-E7CB-7D86-7D25F0650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1E59F-77A6-B46E-2CB9-3A4E83ABE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46EB71-3EED-074A-89B2-B181E187C8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0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6959A2ED-4027-1F40-81AA-9479BB44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50" y="273050"/>
            <a:ext cx="7277100" cy="631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1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260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KHANNA - 240968426 - MITMPL</dc:creator>
  <cp:lastModifiedBy>YASH KHANNA - 240968426 - MITMPL</cp:lastModifiedBy>
  <cp:revision>2</cp:revision>
  <dcterms:created xsi:type="dcterms:W3CDTF">2026-07-08T06:03:33Z</dcterms:created>
  <dcterms:modified xsi:type="dcterms:W3CDTF">2026-07-09T09:46:34Z</dcterms:modified>
</cp:coreProperties>
</file>